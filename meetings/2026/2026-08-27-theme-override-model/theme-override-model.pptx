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Working session · 27 August 2026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Theme override model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How a project overrides the look of its site without forking the theme.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Six slides for the working session of the Concordance project.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Deck, minutes and transcript are grouped into one page of the wiki.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Theme override model · 2026-08-27 · 1/6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1 · The need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 organisation's identity, not the tool's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An integrator wants the name, the logo, the colours and a label here and there.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An integrator never wants to touch the components.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Nothing a reader sees names the tool unless the project asks for it.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Theme override model · 2026-08-27 · 2/6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2 · What exists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theme.yaml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Name, logo, favicon, font families, corner radius.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Light and dark palettes, checked for contrast at build.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Footer text, footer links, an extra stylesheet, label overrides.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Theme override model · 2026-08-27 · 3/6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3 · The model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Named slots with typed view models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Every page is a set of named slots, each rendered by a component.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 view model of a slot is the contract between the generator and a theme.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theme that replaces a component keeps the view model; the checks run on the rendered pages.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Theme override model · 2026-08-27 · 4/6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4 · Islands and layers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Hydrate the interactive parts only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One small bundle per island: search, mentions panel, mode switch.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Four cascade layers: tokens, base, components, project.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The project stylesheet is loaded last and wins by construction.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Theme override model · 2026-08-27 · 5/6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720000" y="576000"/>
            <a:ext cx="432000" cy="126000"/>
          </a:xfrm>
          <a:prstGeom prst="rect">
            <a:avLst/>
          </a:prstGeom>
          <a:solidFill>
            <a:srgbClr val="2B4A6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20000" y="756000"/>
            <a:ext cx="864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0" u="none" strike="noStrike" cap="all">
                <a:solidFill>
                  <a:srgbClr val="5C6166"/>
                </a:solidFill>
                <a:effectLst/>
                <a:uFillTx/>
                <a:latin typeface="Arial"/>
              </a:rPr>
              <a:t>5 · Decision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20000" y="1080000"/>
            <a:ext cx="8640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GB" sz="3400" b="1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Slots, islands and layers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20000" y="2016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Named slots with typed view models.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Islands for the interactive parts, content reachable without JavaScript.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GB" sz="1900" b="0" u="none" strike="noStrike">
                <a:solidFill>
                  <a:srgbClr val="1F2124"/>
                </a:solidFill>
                <a:effectLst/>
                <a:uFillTx/>
                <a:latin typeface="Arial"/>
              </a:rPr>
              <a:t>A budget of 150 kB per page, measured on every build.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20000" y="518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100" b="0" u="none" strike="noStrike">
                <a:solidFill>
                  <a:srgbClr val="5C6166"/>
                </a:solidFill>
                <a:effectLst/>
                <a:uFillTx/>
                <a:latin typeface="Arial"/>
              </a:rPr>
              <a:t>Theme override model · 2026-08-27 · 6/6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2026-08-27T09:00:00Z</dcterms:created>
  <dc:creator>Concordance project</dc:creator>
  <dc:description/>
  <dc:language>en-GB</dc:language>
  <cp:lastModifiedBy>Concordance project</cp:lastModifiedBy>
  <dcterms:modified xsi:type="dcterms:W3CDTF">2026-08-27T09:00:00Z</dcterms:modified>
  <cp:revision>0</cp:revision>
  <dc:subject/>
  <dc:title>Theme override model</dc:title>
</cp:coreProperties>
</file>