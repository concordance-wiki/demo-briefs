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720000" y="576000"/>
            <a:ext cx="432000" cy="126000"/>
          </a:xfrm>
          <a:prstGeom prst="rect">
            <a:avLst/>
          </a:prstGeom>
          <a:solidFill>
            <a:srgbClr val="2B4A6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720000" y="756000"/>
            <a:ext cx="864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0" u="none" strike="noStrike" cap="all">
                <a:solidFill>
                  <a:srgbClr val="5C6166"/>
                </a:solidFill>
                <a:effectLst/>
                <a:uFillTx/>
                <a:latin typeface="Arial"/>
              </a:rPr>
              <a:t>Framing · 7 May 2026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0000" y="1080000"/>
            <a:ext cx="8640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GB" sz="3400" b="1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Roadmap outline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20000" y="2016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Where the Concordance project goes after its first site.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Six slides framing the next loops of the tool.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A deck, its PDF preview and its notes, grouped by the build into one page.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518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100" b="0" u="none" strike="noStrike">
                <a:solidFill>
                  <a:srgbClr val="5C6166"/>
                </a:solidFill>
                <a:effectLst/>
                <a:uFillTx/>
                <a:latin typeface="Arial"/>
              </a:rPr>
              <a:t>Roadmap outline · 2026-05-07 · 1/6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720000" y="576000"/>
            <a:ext cx="432000" cy="126000"/>
          </a:xfrm>
          <a:prstGeom prst="rect">
            <a:avLst/>
          </a:prstGeom>
          <a:solidFill>
            <a:srgbClr val="2B4A6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20000" y="756000"/>
            <a:ext cx="864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0" u="none" strike="noStrike" cap="all">
                <a:solidFill>
                  <a:srgbClr val="5C6166"/>
                </a:solidFill>
                <a:effectLst/>
                <a:uFillTx/>
                <a:latin typeface="Arial"/>
              </a:rPr>
              <a:t>1 · Today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20000" y="1080000"/>
            <a:ext cx="8640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GB" sz="3400" b="1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A static site from markdown repositories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20000" y="2016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Every note becomes an entity page, every recurring expression a keyword page.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Every doubt is a finding in the build log, never a stopped build.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Two builds of unchanged sources give byte-identical files.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20000" y="518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100" b="0" u="none" strike="noStrike">
                <a:solidFill>
                  <a:srgbClr val="5C6166"/>
                </a:solidFill>
                <a:effectLst/>
                <a:uFillTx/>
                <a:latin typeface="Arial"/>
              </a:rPr>
              <a:t>Roadmap outline · 2026-05-07 · 2/6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720000" y="576000"/>
            <a:ext cx="432000" cy="126000"/>
          </a:xfrm>
          <a:prstGeom prst="rect">
            <a:avLst/>
          </a:prstGeom>
          <a:solidFill>
            <a:srgbClr val="2B4A6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20000" y="756000"/>
            <a:ext cx="864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0" u="none" strike="noStrike" cap="all">
                <a:solidFill>
                  <a:srgbClr val="5C6166"/>
                </a:solidFill>
                <a:effectLst/>
                <a:uFillTx/>
                <a:latin typeface="Arial"/>
              </a:rPr>
              <a:t>2 · Documents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20000" y="1080000"/>
            <a:ext cx="8640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GB" sz="3400" b="1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Decks, transcripts and their notes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20000" y="2016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Office documents converted to PDF at publication, cached by fingerprint.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Transcripts read cue by cue, speakers pseudonymised before anything else reads them.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Twin resources recognised as one page with tabs.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720000" y="518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100" b="0" u="none" strike="noStrike">
                <a:solidFill>
                  <a:srgbClr val="5C6166"/>
                </a:solidFill>
                <a:effectLst/>
                <a:uFillTx/>
                <a:latin typeface="Arial"/>
              </a:rPr>
              <a:t>Roadmap outline · 2026-05-07 · 3/6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720000" y="576000"/>
            <a:ext cx="432000" cy="126000"/>
          </a:xfrm>
          <a:prstGeom prst="rect">
            <a:avLst/>
          </a:prstGeom>
          <a:solidFill>
            <a:srgbClr val="2B4A6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20000" y="756000"/>
            <a:ext cx="864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0" u="none" strike="noStrike" cap="all">
                <a:solidFill>
                  <a:srgbClr val="5C6166"/>
                </a:solidFill>
                <a:effectLst/>
                <a:uFillTx/>
                <a:latin typeface="Arial"/>
              </a:rPr>
              <a:t>3 · Contracts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20000" y="1080000"/>
            <a:ext cx="8640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GB" sz="3400" b="1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The operations an API really exposes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720000" y="2016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An API note declares its contract; the build imports the operations.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Each operation note absorbs the operation it names.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A purpose-built viewer renders the contract under the page budget.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20000" y="518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100" b="0" u="none" strike="noStrike">
                <a:solidFill>
                  <a:srgbClr val="5C6166"/>
                </a:solidFill>
                <a:effectLst/>
                <a:uFillTx/>
                <a:latin typeface="Arial"/>
              </a:rPr>
              <a:t>Roadmap outline · 2026-05-07 · 4/6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720000" y="576000"/>
            <a:ext cx="432000" cy="126000"/>
          </a:xfrm>
          <a:prstGeom prst="rect">
            <a:avLst/>
          </a:prstGeom>
          <a:solidFill>
            <a:srgbClr val="2B4A6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20000" y="756000"/>
            <a:ext cx="864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0" u="none" strike="noStrike" cap="all">
                <a:solidFill>
                  <a:srgbClr val="5C6166"/>
                </a:solidFill>
                <a:effectLst/>
                <a:uFillTx/>
                <a:latin typeface="Arial"/>
              </a:rPr>
              <a:t>4 · Quality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20000" y="1080000"/>
            <a:ext cx="8640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GB" sz="3400" b="1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A linter where the notes are written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720000" y="2016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The same checks in the merge request and in the build.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A SARIF log in the margin of the diff, an error finding fails the check.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The wiki keeps pace with the tool: every check has its rule note.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720000" y="518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100" b="0" u="none" strike="noStrike">
                <a:solidFill>
                  <a:srgbClr val="5C6166"/>
                </a:solidFill>
                <a:effectLst/>
                <a:uFillTx/>
                <a:latin typeface="Arial"/>
              </a:rPr>
              <a:t>Roadmap outline · 2026-05-07 · 5/6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720000" y="576000"/>
            <a:ext cx="432000" cy="126000"/>
          </a:xfrm>
          <a:prstGeom prst="rect">
            <a:avLst/>
          </a:prstGeom>
          <a:solidFill>
            <a:srgbClr val="2B4A6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20000" y="756000"/>
            <a:ext cx="864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0" u="none" strike="noStrike" cap="all">
                <a:solidFill>
                  <a:srgbClr val="5C6166"/>
                </a:solidFill>
                <a:effectLst/>
                <a:uFillTx/>
                <a:latin typeface="Arial"/>
              </a:rPr>
              <a:t>5 · Later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720000" y="1080000"/>
            <a:ext cx="8640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GB" sz="3400" b="1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A service beside the command line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20000" y="2016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A model query API for the screens that cannot read model.json.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Suggestions reviewed on a screen and recorded in the lock file.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Nothing of it exists in this version; the specifications describe it as a target.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720000" y="518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100" b="0" u="none" strike="noStrike">
                <a:solidFill>
                  <a:srgbClr val="5C6166"/>
                </a:solidFill>
                <a:effectLst/>
                <a:uFillTx/>
                <a:latin typeface="Arial"/>
              </a:rPr>
              <a:t>Roadmap outline · 2026-05-07 · 6/6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2026-05-07T09:00:00Z</dcterms:created>
  <dc:creator>Concordance project</dc:creator>
  <dc:description/>
  <dc:language>en-GB</dc:language>
  <cp:lastModifiedBy>Concordance project</cp:lastModifiedBy>
  <dcterms:modified xsi:type="dcterms:W3CDTF">2026-05-07T09:00:00Z</dcterms:modified>
  <cp:revision>0</cp:revision>
  <dc:subject/>
  <dc:title>Roadmap outline</dc:title>
</cp:coreProperties>
</file>